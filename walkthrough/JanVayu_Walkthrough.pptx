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warm. JanVayu means 'People's Air'. This is a public record of India's air-quality crisis — the data, the health toll, the money, and the tools — built for citizens,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human cost, sourced. 1.72M ambient PM2.5 deaths (Lancet Countdown 2025); counting household air pollution the total is ~2.1M (SoGA 2024). 3.5 years of life lost on average. This is year-round, not just a Delhi-winter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stance: a record, not a campaign. Non-partisan, citizen-led, open source, and — crucially — fact-checked. That last point is the credibility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diagram: independent public feeds are verified, computed and contextualised, then turned into citizen tools. No single source, no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product. Lead with PM2.5 in µg/m³, not the AQI — AQI is a derived index and PM2.5 is the pollutant that does the damage. 157 cities, 10-minute refresh, station map, rankings, forecast, fire tracker. Emphasise source transparency — we explain why CPCB/WAQI/IQAir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personal. The cigarettes-per-day metric lands with any audience. Then disease risk and concrete 'what to do today' advice, plus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 beyond breathing: brain, heart, kidneys, bloodstream, pregnancy. The argument for health-complete alerts that don't stop at the lungs.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 case — useful for policymakers. $36.8bn/yr on the narrower measure (1.36% GDP), up to $339bn (9.5%) broader. Clean air is economic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Accountability is the differentiator. NCAP/GRAP trackers, per-city budgets, one-click RTI. Cite the CREA figure: 23 of the 100 cities with sufficient PM10 data met the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teaching moment: the AQI reports only the worst of six pollutants, so the single number hides what's driving it. Good for journalists.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Breadth without clutter: Ask JanVayu, games, gallery, testimony, open API, boundary atlas, installable app.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trust loop, and be exact about which half is which. Continuous: the build recomputes every stated figure from the data and fails on drift, and refuses any claim we have publicly retracted, translations included. Periodic: a deeper audit re-verifies statistics against primary sources, findings logged publicly. That deeper audit ran weekly through July 2026 and is not on a schedule now, which is why this deck no longer says weekly.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mission. Clean air is a right. Invite the audience to use the data and contribute. End on 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