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 walkthrough: a slide for essentially every panel on the site. Use it to train a newsroom, brief a class, or onboard a collaborator. For a 10-minute overview instead, use the short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 Why it exists. Set the stakes and the stance before touching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human scale, sourced. These are the anchor numbers repeated across the site, each fact-checked against its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trust posture early: independence, sourcing, and the self-fact-checking discipline are the platform’s backbone.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value-add is synthesis and honesty, not owning sensors. Name the sources so users can verify.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 The live picture. The real-time surfaces — the parts people check daily.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dashboard top to bottom; point out the city selector drives the whole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cities load live; the rest load when picked, to stay inside the data source’s free tier — but that’s a build detail, not something the reader needs on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grey constituencies: that is the real monitoring gap, not a rendering error. Boundaries and source locations come from indianopenmaps.com (SBM, LGD, GatiShakti mirrors), attributed on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Rankings and comparison are the most shared surfaces; show the share-card generator.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is key-less and free; it feeds the chatbot’s tomorrow-answers too. Be honest about the fire map’s season — it peaks mid-Oct to late-Nov and is quiet the rest of the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version was a dropdown of 142 cities — if your town was not on the list you got nothing. That was our database structure leaking into the navigation. Say the two timescales out loud: the dots are live monitors, the shading is a yearly satellite average, and they are never the same sentence. The green-vs-tree distinction is the one to demo: green counts cropland, so the typical Indian district is 97% green and 14% treed.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the monitoring gap: ~565 continuous CPCB stations against 584,615 villages, so the live network can never answer "how is my village's air". Satellite fills it on a DIFFERENT timescale — annual, not today. Keep the two apart out loud. Two honest caveats: a ~1 km product smooths hyperlocal sources (a kiln next door won't show), and it is modelled and calibrated, not measured in the village. The finding worth saying: not one Indian village meets the WHO guideline of 5, and 63.6% are above India's own limit of 40.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negative result worth presenting. It came out of testing two global land-pressure rasters that correlated better with district PM2.5 than anything on the site, then collapsing under state fixed effects. What survived was the decomposition: where you are in India decides most of your air, and the town you live in decides the rest. Say the limit out loud, because it is the part people over-read — a district below its state median is NOT thereby well governed, and the figure names no cause at all. The history layer under it is LongPMInd (Wei et al. 2024, peer-reviewed, ~10 km, CC BY 4.0) and it is a RECONSTRUCTION: India had almost no continuous monitoring before the 2010s. It is not differenceable against the 2024 satellite layer — trend and shape from the history, level from the annual. Delhi as a whole goes 50.9 in the 1980s to 91.6 over 2013-2022, which independently reproduces Hawa Ka Hisab’s published figures by a different method.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is real VAPID web push; alerts are gated on a user-picked threshold. Both the main site and the standalone Ask JanVayu app install as PWAs on Android, iOS and desktop.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 Health &amp; exposure. Translate the numbers into what they mean for a body.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Beyond-the-lungs is the emotional core; use the hand-drawn body diagram.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as an equity story; both panels carry the corrected, fact-checked figures.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diary is a habit tool; note it is localStorage-only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decision tools; the purifier sizing and GRAP rules are fact-checked.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 The economic bill. The macroeconomic case, for policy audiences.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economy diagram; the $339B figure is the corrected, sourced value with its method noted.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 Following the money. Accountability — the differentiator versus a plain dashboard.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 figures were refreshed to CREA 2026 in the fact-check; note the dust-vs-source mismatch.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scorecard’s “File an RTI” pre-fills the RTI Assistant for that city.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apportionment ring is the newest panel; each city cites its own study with a method caveat.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scorecard → RTI hand-off; it’s the platform’s theory of change in one 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 Citizen action. Turn readers into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Games + the new air-literacy quiz make this classroom-ready; workshops connect to a live facilitator.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asks why X and Instagram are only links: neither can be read without a paid or authenticated API, so we link to the live search rather than show a feed that is not one — and every X link on the site is checked against X’s public embed endpoint before it ships. The blog section is generated from the blog index, so publishing is enough to reach the front page. Every gallery photograph carries its own credit and source link.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 Tools &amp; knowledge. The reference layer and the take-it-with-you surfaces.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answers from JanVayu’s own verified figures and cites them; an eval suite gates it against fabricated citations and invented orders or schemes.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List is a real Zotero group; the AQI explainer’s CPCB-vs-EPA table was just corrected.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 embeds are the “use JanVayu in your work” surface; licence and citation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 Trust. Close the loop on why any of these numbers can be believed.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separates JanVayu from a marketing site; the weekly PR-for-review loop is real.</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live-vs-annual honesty is a recurring theme; it protects the platform from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agency: the point of all this data is to be used. Point to the API, the RTI Assistant, and contribute@janvayu.in.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