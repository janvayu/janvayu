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The live picture. The real-time surfaces — the parts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 — but that’s a build detail, not something the reader needs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Be honest about the fire map’s season — it peaks mid-Oct to late-Nov and is quiet the rest of the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version was a dropdown of 142 cities — if your town was not on the list you got nothing. That was our database structure leaking into the navigation. Say the two timescales out loud: the dots are live monitors, the shading is a yearly satellite average, and they are never the same sentence. The green-vs-tree distinction is the one to demo: green counts cropland, so the typical Indian district is 97% green and 14% treed.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negative result worth presenting. It came out of testing two global land-pressure rasters that correlated better with district PM2.5 than anything on the site, then collapsing under state fixed effects. What survived was the decomposition: where you are in India decides most of your air, and the town you live in decides the rest. Say the limit out loud, because it is the part people over-read — a district below its state median is NOT thereby well governed, and the figure names no cause at all. The history layer under it is LongPMInd (Wei et al. 2024, peer-reviewed, ~10 km, CC BY 4.0) and it is a RECONSTRUCTION: India had almost no continuous monitoring before the 2010s. It is not differenceable against the 2024 satellite layer — trend and shape from the history, level from the annual. Delhi as a whole goes 50.9 in the 1980s to 91.6 over 2013-2022, which independently reproduces Hawa Ka Hisab’s published figures by a different method.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is real VAPID web push; alerts are gated on a user-picked threshold. Both the main site and the standalone Ask JanVayu app install as PWAs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Following the money. Accountability — the differentiator versus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to a live facilitator.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why X and Instagram are only links: neither can be read without a paid or authenticated API, so we link to the live search rather than show a feed that is not one — and every X link on the site is checked against X’s public embed endpoint before it ships. The blog section is generated from the blog index, so publishing is enough to reach the front page.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an eval suite gates it against fabricated citations and invented orders or schemes.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List is a real Zotero group;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and it is worth being exact about which half is continuous and which is periodic. Continuous: the build recomputes every stated figure from the underlying data and fails on drift, and since September 2026 it also refuses a claim the site has publicly retracted, including inside the Hindi, Bengali, Marathi and Tamil docs. Periodic: a deeper audit that re-verifies statistics against primary sources on the web, whose findings are written into dated files in docs/. That deeper audit ran weekly through July 2026 and the deck used to promise weekly; it is not on a schedule now, so the wording says periodic. A guard fails the build if it goes more than four months without running.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"how do you know your map is right". Be careful not to oversell it: the comparison validates pattern, not level, and a point monitor is not a district mean. Two honest by-products worth mentioning. First, 250 of 534 stations cannot produce a defensible annual mean for 2024 — they fail a twelve-month completeness test — which is a finding about the monitoring network, not a filter we should loosen. Second, the archive advertises coverage to March 2026 but CPCB’s feed into it stops on 1 September 2025; the months after are two US Embassy monitors. We documented that the day after we got it wrong ourselves.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quotable slide in the deck, so be precise about what it does and does not show. It removes weather as an explanation; it does not prove policy caused the rest. Emissions, fuel mix, construction and economic activity all sit inside what is left. Worth adding that normalisation mostly confirms the raw trend — only 6 of 44 cities move by a microgram a year or more — and in five of those the raw number was understating the improvement, so the fear that a city is claiming credit the wind earned is rarer than people expect. R² runs 0.52 to 0.91; cities are not comparable to each other on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