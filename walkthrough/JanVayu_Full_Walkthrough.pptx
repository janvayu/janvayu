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Why it exists. Set the stakes and the stance before touching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live picture. The real-time surfaces — the parts people check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 Be honest about the fire map’s season — it peaks mid-Oct to late-Nov and is quiet the rest of the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reading; heat/green/built are satellite-derived for 39 of the 90 so far. 74 of the 90 use Swachh Bharat Mission ward boundaries via indianopenmaps.com; a few (Rajkot, Vadodara) published only coarse revenue wards, and we show what they published. Guwahati is the newest and comes from a different source — OpenCity/Oorvani via BharatLas under ODbL — because Swachh Bharat carries no Assam wards at all; the boundary credit under the map names the source for whichever city is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the monitoring gap: ~565 continuous CPCB stations against 584,615 villages, so the live network can never answer "how is my village's air". Satellite fills it on a DIFFERENT timescale — annual, not today. Keep the two apart out loud. Two honest caveats: a ~1 km product smooths hyperlocal sources (a kiln next door won't show), and it is modelled and calibrated, not measured in the village. The finding worth saying: not one Indian village meets the WHO guideline of 5, and 63.6% are above India's own limit of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 Both the main site and the standalone Ask JanVayu app install as PWAs on Android, iOS and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Health &amp; exposure. Translate the numbers into what they mean for a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economic bill. The macroeconomic case, for policy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Following the money. Accountability — the differentiator versus a plain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 — Citizen action. Turn readers into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 Every gallery photograph carries its own credit and source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— Tools &amp; knowledge. The reference layer and the take-it-with-you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answers from JanVayu’s own verified figures and cites them; an eval suite gates it against fabricated citations and invented orders or schemes.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 — Trust. Close the loop on why any of these numbers can be believed.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