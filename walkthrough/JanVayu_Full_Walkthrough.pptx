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 Be honest about the fire map’s season — it peaks mid-Oct to late-Nov and is quiet the rest of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reading; heat/green/built are satellite-derived for all 39 cities. 24 of the 39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the monitoring gap: ~565 continuous CPCB stations against 584,615 villages, so the live network can never answer "how is my village's air". Satellite fills it on a DIFFERENT timescale — annual, not today. Keep the two apart out loud. Two honest caveats: a ~1 km product smooths hyperlocal sources (a kiln next door won't show), and it is modelled and calibrated, not measured in the village. The finding worth saying: not one Indian village meets the WHO guideline of 5, and 63.6% are above India's own limit of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 Both the main site and the standalone Ask JanVayu app install as PWAs on Android, iOS and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 Every gallery photograph carries its own credit and source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answers from JanVayu’s own verified figures and cites them; an eval suite gates it against fabricated citations and invented orders or schemes.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