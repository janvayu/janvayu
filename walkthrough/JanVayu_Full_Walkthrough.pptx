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long walkthrough: a slide for essentially every panel on the site. Use it to train a newsroom, brief a class, or onboard a collaborator. For a 10-minute overview instead, use the short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 — Why it exists. Set the stakes and the stance before touching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human scale, sourced. These are the anchor numbers repeated across the site, each fact-checked against its primary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Establish trust posture early: independence, sourcing, and the self-fact-checking discipline are the platform’s backbone.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value-add is synthesis and honesty, not owning sensors. Name the sources so users can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2 — The live picture. The real-time surfaces — the parts people check daily.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dashboard top to bottom; point out the city selector drives the whole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cities load live; the rest load when picked, to stay inside the data source’s free tier — but that’s a build detail, not something the reader needs on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Emphasise the grey constituencies: that is the real monitoring gap, not a rendering error. Boundaries and source locations come from indianopenmaps.com (SBM, LGD, GatiShakti mirrors), attributed on the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Rankings and comparison are the most shared surfaces; show the share-card generator.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forecast is key-less and free; it feeds the chatbot’s tomorrow-answers too. Be honest about the fire map’s season — it peaks mid-Oct to late-Nov and is quiet the rest of the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on screen that the air layer is a live estimate of the citywide SPREAD, not a per-street reading; heat/green/built are satellite-derived for 39 of the 89 so far. 74 of the 89 use Swachh Bharat Mission ward boundaries via indianopenmaps.com; a few (Rajkot, Vadodara) published only coarse revenue wards, and we show what they published.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this slide is the monitoring gap: ~565 continuous CPCB stations against 584,615 villages, so the live network can never answer "how is my village's air". Satellite fills it on a DIFFERENT timescale — annual, not today. Keep the two apart out loud. Two honest caveats: a ~1 km product smooths hyperlocal sources (a kiln next door won't show), and it is modelled and calibrated, not measured in the village. The finding worth saying: not one Indian village meets the WHO guideline of 5, and 63.6% are above India's own limit of 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Push is real VAPID web push; alerts are gated on a user-picked threshold. Both the main site and the standalone Ask JanVayu app install as PWAs on Android, iOS and desktop.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3 — Health &amp; exposure. Translate the numbers into what they mean for a body.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Beyond-the-lungs is the emotional core; use the hand-drawn body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as an equity story; both panels carry the corrected, fact-checked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diary is a habit tool; note it is localStorage-only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decision tools; the purifier sizing and GRAP rules are fact-checked.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4 — The economic bill. The macroeconomic case, for policy audiences.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economy diagram; the $339B figure is the corrected, sourced value with its method noted.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5 — Following the money. Accountability — the differentiator versus a plain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Budget figures were refreshed to CREA 2026 in the fact-check; note the dust-vs-source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scorecard’s “File an RTI” pre-fills the RTI Assistant for that 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apportionment ring is the newest panel; each city cites its own study with a method caveat.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the scorecard → RTI hand-off; it’s the platform’s theory of change in one 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6 — Citizen action. Turn readers into participants.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Games + the new air-literacy quiz make this classroom-ready; workshops connect to a live facilitator.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Story-of-the-week rotates weekly with no deploy; it surfaces the blog. Every gallery photograph carries its own credit and source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7 — Tools &amp; knowledge. The reference layer and the take-it-with-you surfaces.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answers from JanVayu’s own verified figures and cites them; an eval suite gates it against fabricated citations and invented orders or schemes.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Reading List is a real Zotero group; the AQI explainer’s CPCB-vs-EPA table was just corrected.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API + embeds are the “use JanVayu in your work” surface; licence and citation are included.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8 — Trust. Close the loop on why any of these numbers can be believed.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what separates JanVayu from a marketing site; the weekly PR-for-review loop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live-vs-annual honesty is a recurring theme; it protects the platform from over-claiming.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agency: the point of all this data is to be used. Point to the API, the RTI Assistant, and contribute@janvayu.in.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