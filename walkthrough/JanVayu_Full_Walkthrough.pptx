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long walkthrough: a slide for essentially every panel on the site. Use it to train a newsroom, brief a class, or onboard a collaborator. For a 10-minute overview instead, use the short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 Why it exists. Set the stakes and the stance before touching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human scale, sourced. These are the anchor numbers repeated across the site, each fact-checked against its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trust posture early: independence, sourcing, and the self-fact-checking discipline are the platform’s backbone.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value-add is synthesis and honesty, not owning sensors. Name the sources so users can verify.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 The live picture. The real-time surfaces — the parts people check daily.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dashboard top to bottom; point out the city selector drives the whole page.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cities load live; the rest load when picked, to stay inside the data source’s free tier — but that’s a build detail, not something the reader needs on screen.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 grey constituencies: that is the real monitoring gap, not a rendering error. Boundaries and source locations come from indianopenmaps.com (SBM, LGD, GatiShakti mirrors), attributed on the map.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Rankings and comparison are the most shared surfaces; show the share-card generator.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forecast is key-less and free; it feeds the chatbot’s tomorrow-answers too. Be honest about the fire map’s season — it peaks mid-Oct to late-Nov and is quiet the rest of the year.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on screen that the air layer is a live estimate of the citywide SPREAD, not a per-street reading; all five layers now cover all 97 cities. 74 use Swachh Bharat Mission ward boundaries via indianopenmaps.com; a few (Jamnagar, Rajkot, Vadodara) published only coarse revenue wards, and we show what they published. Guwahati comes from OpenCity/Oorvani via BharatLas under ODbL, and seven West Bengal cities from the state’s AMRUT GIS master plans — Swachh Bharat carries no Assam or Bengal wards at all. The boundary credit under the map names the source for whichever city is on screen. Worth saying out loud on this slide: Durgapur (63) and Asansol (61 µg/m³ annual) are dirtier than Kolkata (49) — the industrial belt, not the metro, is Bengal’s worst air.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the monitoring gap: ~565 continuous CPCB stations against 584,615 villages, so the live network can never answer "how is my village's air". Satellite fills it on a DIFFERENT timescale — annual, not today. Keep the two apart out loud. Two honest caveats: a ~1 km product smooths hyperlocal sources (a kiln next door won't show), and it is modelled and calibrated, not measured in the village. The finding worth saying: not one Indian village meets the WHO guideline of 5, and 63.6% are above India's own limit of 40.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is real VAPID web push; alerts are gated on a user-picked threshold. Both the main site and the standalone Ask JanVayu app install as PWAs on Android, iOS and desktop.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3 — Health &amp; exposure. Translate the numbers into what they mean for a body.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Beyond-the-lungs is the emotional core; use the hand-drawn body diagram.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as an equity story; both panels carry the corrected, fact-checked figures.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diary is a habit tool; note it is localStorage-only today.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decision tools; the purifier sizing and GRAP rules are fact-checked.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4 — The economic bill. The macroeconomic case, for policy audiences.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economy diagram; the $339B figure is the corrected, sourced value with its method noted.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5 — Following the money. Accountability — the differentiator versus a plain dashboard.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Budget figures were refreshed to CREA 2026 in the fact-check; note the dust-vs-source mismatch.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scorecard’s “File an RTI” pre-fills the RTI Assistant for that city.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apportionment ring is the newest panel; each city cites its own study with a method caveat.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the scorecard → RTI hand-off; it’s the platform’s theory of change in one flow.</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6 — Citizen action. Turn readers into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Games + the new air-literacy quiz make this classroom-ready; workshops connect to a live facilitator.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Story-of-the-week rotates weekly with no deploy; it surfaces the blog. Every gallery photograph carries its own credit and source link.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7 — Tools &amp; knowledge. The reference layer and the take-it-with-you surfaces.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answers from JanVayu’s own verified figures and cites them; an eval suite gates it against fabricated citations and invented orders or schemes.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List is a real Zotero group; the AQI explainer’s CPCB-vs-EPA table was just corrected.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API + embeds are the “use JanVayu in your work” surface; licence and citation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8 — Trust. Close the loop on why any of these numbers can be believed.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separates JanVayu from a marketing site; the weekly PR-for-review loop is real.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live-vs-annual honesty is a recurring theme; it protects the platform from over-claiming.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agency: the point of all this data is to be used. Point to the API, the RTI Assistant, and contribute@janvayu.in.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