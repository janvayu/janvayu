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long walkthrough: a slide for essentially every panel on the site. Use it to train a newsroom, brief a class, or onboard a collaborator. For a 10-minute overview instead, use the short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human scale, sourced. These are the anchor numbers repeated across the site, each fact-checked against its primary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Establish trust posture early: independence, sourcing, and the self-fact-checking discipline are the platform’s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value-add is synthesis and honesty, not owning sensors. Name the sources so users can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dashboard top to bottom; point out the city selector drives the whole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cities load live; the rest load when picked, to stay inside the data source’s free tier — but that’s a build detail, not something the reader needs on 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the grey constituencies: that is the real monitoring gap, not a rendering error. Boundaries and source locations come from indianopenmaps.com (SBM, LGD, GatiShakti mirrors), attributed on the 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Rankings and comparison are the most shared surfaces; show the share-card generator.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forecast is key-less and free; it feeds the chatbot’s tomorrow-answers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on screen that the air layer is a live estimate of the citywide SPREAD, not a per-street reading. 24 of the 39 cities use Swachh Bharat Mission ward boundaries via indianopenmaps.com; a few (Rajkot, Vadodara) published only coarse revenue wards, and we show what they published.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Push is real VAPID web push; alerts are gated on a user-picked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Beyond-the-lungs is the emotional core; use the hand-drawn body diagram.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as an equity story; both panels carry the corrected, fact-checked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diary is a habit tool; note it is localStorage-only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decision tools; the purifier sizing and GRAP rules are fact-checked.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economy diagram; the $339B figure is the corrected, sourced value with its method noted.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Budget figures were refreshed to CREA 2026 in the fact-check; note the dust-vs-source mismatch.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scorecard’s “File an RTI” pre-fills the RTI Assistant for that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apportionment ring is the newest panel; each city cites its own study with a method caveat.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scorecard → RTI hand-off; it’s the platform’s theory of change in one 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Games + the new air-literacy quiz make this classroom-ready; workshops connect to a live facilitator.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Story-of-the-week rotates weekly with no deploy; it surfaces the blog.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candid: grounding the chatbot in the verified figures with citations is the next trust upgrade.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Reading List is a real Zotero group; the AQI explainer’s CPCB-vs-EPA table was just corrected.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API + embeds are the “use JanVayu in your work” surface; licence and citation are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what separates JanVayu from a marketing site; the weekly PR-for-review loop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live-vs-annual honesty is a recurring theme; it protects the platform from over-claiming.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agency: the point of all this data is to be used. Point to the API, the RTI Assistant, and contribute@janvayu.in.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