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The live picture. The real-time surfaces — the parts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 — but that’s a build detail, not something the reader needs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Be honest about the fire map’s season — it peaks mid-Oct to late-Nov and is quiet the rest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is real VAPID web push; alerts are gated on a user-picked threshold. Both the main site and the standalone Ask JanVayu app install as PWAs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Following the money. Accountability — the differentiator versus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to a live facilitator.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 and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an eval suite gates it against fabricated citations and invented orders or schemes.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the weekly PR-for-review loop is real.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